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comments/comment1.xml" ContentType="application/vnd.openxmlformats-officedocument.presentationml.comment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id="256" r:id="rId1"/>
  </p:sldIdLst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comments/comment1.xml><?xml version="1.0" encoding="utf-8"?>
<p:cmLst xmlns:p="http://schemas.openxmlformats.org/presentationml/2006/main">
  <p:cm authorId="Codex">
    <p:text>Review image placement</p:text>
  </p:cm>
</p:cmLst>
</file>

<file path=ppt/slides/_rels/slide1.xml.rels><?xml version="1.0" encoding="UTF-8"?>
<Relationships xmlns="http://schemas.openxmlformats.org/package/2006/relationships"><Relationship Id="rIdImage" Type="http://schemas.openxmlformats.org/officeDocument/2006/relationships/image" Target="../media/image1.png"/><Relationship Id="rIdComments" Type="http://schemas.openxmlformats.org/officeDocument/2006/relationships/comments" Target="../comments/commen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pic>
        <p:nvPicPr>
          <p:cNvPr id="5" name="Hero Image"/>
        </p:nvPicPr>
        <p:blipFill>
          <a:blip r:embed="rIdImage"/>
        </p:blipFill>
      </p:pic>
      <p:sp>
        <p:nvSpPr>
          <p:cNvPr id="2" name="Body"/>
        </p:nvSpPr>
        <p:txBody>
          <a:bodyPr/>
          <a:p>
            <a:r>
              <a:t>Media slide</a:t>
            </a:r>
          </a:p>
        </p:txBody>
      </p:sp>
    </p:spTree>
  </p:cSld>
</p:sld>
</file>