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</p:sldIdLst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bodyPr/>
          <a:p>
            <a:r>
              <a:t>Master notes</a:t>
            </a: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matchingName="Title Slide"/>
</file>

<file path=ppt/slideMasters/_rels/slideMaster1.xml.rels><?xml version="1.0" encoding="UTF-8"?>
<Relationships xmlns="http://schemas.openxmlformats.org/package/2006/relationships"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preserve="master-preserved"/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 Placeholder 1"/>
          <p:nvPr>
            <p:ph type="title"/>
          </p:nvPr>
        </p:nvSpPr>
        <p:txBody>
          <a:bodyPr/>
          <a:p>
            <a:r>
              <a:t>Inherited deck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</a:clrScheme>
    <a:fontScheme name="Office Font Scheme">
      <a:majorFont>
        <a:latin typeface="Aptos Display"/>
      </a:majorFont>
      <a:minorFont>
        <a:latin typeface="Aptos"/>
      </a:minorFont>
    </a:fontScheme>
  </a:themeElements>
</a:theme>
</file>