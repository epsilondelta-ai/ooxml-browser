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Relationship Id="rIdImage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Body"/>
        </p:nvSpPr>
        <p:spPr>
          <a:xfrm>
            <a:off x="100" y="200"/>
            <a:ext cx="3000" cy="4000"/>
          </a:xfrm>
        </p:spPr>
        <p:txBody>
          <a:bodyPr/>
          <a:p>
            <a:r>
              <a:t>Transformed text</a:t>
            </a:r>
          </a:p>
        </p:txBody>
      </p:sp>
      <p:pic>
        <p:nvPicPr>
          <p:cNvPr id="5" name="Hero Image"/>
        </p:nvPicPr>
        <p:spPr>
          <a:xfrm>
            <a:off x="500" y="600"/>
            <a:ext cx="7000" cy="8000"/>
          </a:xfrm>
        </p:spPr>
        <p:blipFill>
          <a:blip r:embed="rIdImage"/>
        </p:blipFill>
      </p:pic>
    </p:spTree>
  </p:cSld>
</p:sld>
</file>