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Speaker note</a:t>
            </a:r>
          </a:p>
        </p:txBody>
      </p:sp>
    </p:spTree>
  </p:cSld>
</p:notes>
</file>

<file path=ppt/slides/_rels/slide1.xml.rels><?xml version="1.0" encoding="UTF-8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1"/>
        </p:nvSpPr>
        <p:txBody>
          <a:bodyPr/>
          <a:p>
            <a:r>
              <a:t>Hello Deck</a:t>
            </a:r>
          </a:p>
        </p:txBody>
      </p:sp>
    </p:spTree>
  </p:cSld>
</p:sld>
</file>