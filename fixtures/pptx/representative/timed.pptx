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Body"/>
        </p:nvSpPr>
        <p:txBody>
          <a:bodyPr/>
          <a:p>
            <a:r>
              <a:t>Animated slide</a:t>
            </a:r>
          </a:p>
        </p:txBody>
      </p:sp>
    </p:spTree>
  </p:cSld>
  <p:transition spd="fast">
    <p:fade/>
  </p:transition>
  <p:timing>
    <p:tnLst>
      <p:par>
        <p:cTn presetClass="entr" presetID="1"/>
      </p:par>
      <p:seq>
        <p:cTn presetClass="exit" presetID="2"/>
      </p:seq>
    </p:tnLst>
  </p:timing>
</p:sld>
</file>